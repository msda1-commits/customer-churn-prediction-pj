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34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Accuracy vs ROC-AUC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KNN</c:v>
                </c:pt>
                <c:pt idx="2">
                  <c:v>Naive Bayes</c:v>
                </c:pt>
                <c:pt idx="3">
                  <c:v>Decision Tree</c:v>
                </c:pt>
                <c:pt idx="4">
                  <c:v>Random 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0.79800000000000004</c:v>
                </c:pt>
                <c:pt idx="1">
                  <c:v>0.77500000000000002</c:v>
                </c:pt>
                <c:pt idx="2">
                  <c:v>0.68799999999999994</c:v>
                </c:pt>
                <c:pt idx="3">
                  <c:v>0.79800000000000004</c:v>
                </c:pt>
                <c:pt idx="4">
                  <c:v>0.80800000000000005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38-4091-9394-6DEF33886D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KNN</c:v>
                </c:pt>
                <c:pt idx="2">
                  <c:v>Naive Bayes</c:v>
                </c:pt>
                <c:pt idx="3">
                  <c:v>Decision Tree</c:v>
                </c:pt>
                <c:pt idx="4">
                  <c:v>Random Forest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0.84899999999999998</c:v>
                </c:pt>
                <c:pt idx="1">
                  <c:v>0.81299999999999994</c:v>
                </c:pt>
                <c:pt idx="2">
                  <c:v>0.81699999999999995</c:v>
                </c:pt>
                <c:pt idx="3">
                  <c:v>0.83599999999999997</c:v>
                </c:pt>
                <c:pt idx="4">
                  <c:v>0.85299999999999998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38-4091-9394-6DEF33886D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12700" cap="flat">
              <a:solidFill>
                <a:srgbClr val="E0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A607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573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572000" cy="4572000"/>
          </a:xfrm>
          <a:prstGeom prst="ellipse">
            <a:avLst/>
          </a:prstGeom>
          <a:solidFill>
            <a:srgbClr val="26368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6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and Preventing Customer Loss with Machine Learning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 •  Done By : Solomon Moses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554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5544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Telco customer base and identify which attributes relate to churn.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Prepare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24231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type issues, and encode features without leaking the target.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91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Select Features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32918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statistical testing to keep only features that matter.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160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Compare Models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41605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five classifiers and evaluate them on consistent, fair metrics.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5029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Recommend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50292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best model as an interactive tool and recommend retention action.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600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3756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600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3504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14630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1600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73252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Telco Customer Churn dataset (extended, 33 raw columns)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before modeling: </a:t>
            </a: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fields (constant or overly granular), and Churn Score / CLTV / Churn Reason / Churn Label — all derived from or duplicating the churn outcome itself, which would leak the answer into the model.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features cover demographics, account details (tenure, contract, billing), and subscribed services (phone, internet, streaming, security add-ons).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109728" cy="82296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5544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Charges type fix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94960" y="15544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blank entries coerced to numeric and filled with 0 — all were brand-new customers with 0 months tenure, so this is correct, not missing data.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679192"/>
            <a:ext cx="109728" cy="82296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060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check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26060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CustomerID uniqueness — zero duplicate records found.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30752"/>
            <a:ext cx="109728" cy="82296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6576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consistency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36576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whitespace and confirmed every categorical column's values were clean, with no typos or stray characters.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782312"/>
            <a:ext cx="109728" cy="82296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7091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47091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missing values remained after the Total Charges fix.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Churning?</a:t>
            </a:r>
            <a:endParaRPr lang="en-US" sz="3000" dirty="0"/>
          </a:p>
        </p:txBody>
      </p:sp>
      <p:pic>
        <p:nvPicPr>
          <p:cNvPr id="3" name="Image 0" descr="plots/01_churn_d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63040"/>
            <a:ext cx="51206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 of customers churned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03504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moderately imbalanced target — meaning accuracy alone is a misleading metric, and recall/precision matter more when judging models.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numeric signal: Tenure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35040" y="38404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churn: -0.35. Customers who stay longer are steadily less likely to leave — loyalty compounds.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Churn Drivers: Contract &amp; Internet</a:t>
            </a:r>
            <a:endParaRPr lang="en-US" sz="3000" dirty="0"/>
          </a:p>
        </p:txBody>
      </p:sp>
      <p:pic>
        <p:nvPicPr>
          <p:cNvPr id="3" name="Image 0" descr="plots/04_contract_intern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63040"/>
            <a:ext cx="1106424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and Fiber optic subscribers churn at far higher rates — likely reflecting lower switching costs and higher price points respectively.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Significance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tests of independence were run for every categorical feature against Churn (H₀: feature is independent of churn; reject if p &lt; 0.05).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607040" cy="32918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1184.60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828.20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732.31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648.14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Phone Service were dropped from modeling — statistically no relationship to churn.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&amp; Preparation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600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 first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303520" y="1600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performed BEFORE any encoding or scaling, to prevent test-set information leaking into preprocessing.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303520" y="26517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fields encoded with drop_first=True; test set columns aligned to train set columns.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703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mapping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03520" y="3703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and Male/Female fields mapped directly to 0/1.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754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insignificant features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03520" y="47548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Phone Service removed per Chi-Square results, leaving 28 encoded predictors.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11064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Random Forest</a:t>
            </a:r>
            <a:endParaRPr lang="en-US" sz="3000" dirty="0"/>
          </a:p>
        </p:txBody>
      </p:sp>
      <p:pic>
        <p:nvPicPr>
          <p:cNvPr id="3" name="Image 0" descr="plots/07_roc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548640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ROC-AUC: 0.853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09360" y="2011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five models tested.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0936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6968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F80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80.8%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0936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6968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F80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09360" y="3566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6968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F80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51.6%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09360" y="4023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6968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F80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58.8%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09360" y="46634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worth noting: Naive Bayes achieves 85% recall (best at catching actual churners) despite lower overall accuracy — a candidate if minimizing missed churners matters more than precision.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Streamlit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2636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 — enter a customer profile, get an instant churn probability and risk band.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1051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raw, human-readable inputs (contract type, services, charges)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81635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6974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the exact training-time encoding pipeline internally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82219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7033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churn probability, prediction, and a risk-based recommendation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82803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47091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Streamlit; deployable to Streamlit Community Cloud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month-to-month customers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64592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incentives to shift them onto annual contracts, which show much lower churn.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43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new &amp; fiber customers closely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7432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tenure and Fiber optic service are the highest-risk segments — early intervention pays off most.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404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add-on services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84048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Security and Tech Support subscribers churn far less; bundling them may improve retention.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377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Operationalize the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49377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active customer base weekly with the Streamlit app to flag at-risk accounts for outreach.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783</Words>
  <Application>Microsoft Office PowerPoint</Application>
  <PresentationFormat>Widescreen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Solomon</cp:lastModifiedBy>
  <cp:revision>2</cp:revision>
  <dcterms:created xsi:type="dcterms:W3CDTF">2026-08-17T03:49:51Z</dcterms:created>
  <dcterms:modified xsi:type="dcterms:W3CDTF">2026-08-24T03:22:12Z</dcterms:modified>
</cp:coreProperties>
</file>